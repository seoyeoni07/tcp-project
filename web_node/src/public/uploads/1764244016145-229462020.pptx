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89862"/>
    <a:srgbClr val="FFE2C5"/>
    <a:srgbClr val="994E00"/>
    <a:srgbClr val="163D52"/>
    <a:srgbClr val="036397"/>
    <a:srgbClr val="FFFFFF"/>
    <a:srgbClr val="4D4C41"/>
    <a:srgbClr val="918A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3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84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08CC9C-3759-30F1-2869-2ABA99E4F0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EB7E6C7-8ABE-3F5A-F3DA-629521BC74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F58477-ACF0-C445-430D-304E18B8E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D3588-AE91-42C4-B451-4E9B5BEB3FC6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1B13E7-F436-A7E5-501F-6285C0978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B83B9E-DBD9-E3DB-7E4F-46A8B6B22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0C95F-B463-41C6-A726-0DC9F3DB69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876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CA7459-CC99-5A13-9757-86F3F10BC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3FDE49-7FF8-E3D6-B90A-CA3932DAEA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E7362A-B115-7478-533F-F822DAD72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D3588-AE91-42C4-B451-4E9B5BEB3FC6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81800C0-F2D5-E7F9-158F-D3F7326C0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517D17-39EE-443C-B5F4-9BB2F8F14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0C95F-B463-41C6-A726-0DC9F3DB69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5653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F6B021-2908-0D35-1215-F555AB991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404D8B6-3BF3-A16D-7F5E-3144A04FCF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73667D-ECE1-5F24-EE38-250E80CAF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D3588-AE91-42C4-B451-4E9B5BEB3FC6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E31306-FBC0-58DF-A9C6-CE9C54F89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EE8CA0B-CB96-DA93-9D93-8411D6CB2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0C95F-B463-41C6-A726-0DC9F3DB69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2142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E2C958-4D67-BFC5-AE37-8C9E7C3A8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99759C-4516-5913-095E-2EDB310C9B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665643C-F1C9-6D58-1AC1-6E5474D68B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9F9DE3-5FFE-4AED-5A5F-4B1508850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D3588-AE91-42C4-B451-4E9B5BEB3FC6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84D9C15-F983-30C9-809B-8053F74D3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5590106-A0F6-0C84-BF14-945E87A21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0C95F-B463-41C6-A726-0DC9F3DB69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8225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C31EF0-1DCA-A2DE-E6F7-735950C10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EA1EF68-E0BA-3135-A227-7D64A25515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36ECA79-57F8-1EFE-ED42-C25D5B1E80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44065D5-5FD8-CFB4-A4E6-76B1B61B43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4C88024-9030-0D94-535C-D52556B170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D3BE829-C7F0-7544-8986-A41ECEF651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D3588-AE91-42C4-B451-4E9B5BEB3FC6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E825A7A-8A51-4971-0248-E9E33C224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79143A6-C178-0BFA-41C5-CF81CA0DC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0C95F-B463-41C6-A726-0DC9F3DB69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4903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78CA08-6B74-75D4-4FF0-F3FC05AA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C36A4CD-62C9-B82C-A0A1-97F3AC375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D3588-AE91-42C4-B451-4E9B5BEB3FC6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9165A5A-F070-7FD2-A98D-1312D9219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820B68F-2991-E2A1-57CA-3C110D1A1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0C95F-B463-41C6-A726-0DC9F3DB69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6958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45CBB05-C897-1A27-BAB8-DD479F423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D3588-AE91-42C4-B451-4E9B5BEB3FC6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1796E7C-3BE4-0830-3E61-6FBAD4C6B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528F31-C531-F2B2-4E86-2E0492D3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0C95F-B463-41C6-A726-0DC9F3DB69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06719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41B33A-DD27-D2E1-5060-A2DF9B3EE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165564-5ED4-8113-04A6-978925686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9919AE-A1BB-D841-CDA6-8002A983D9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9F8CD16-4FC5-1301-E824-C4A35417B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D3588-AE91-42C4-B451-4E9B5BEB3FC6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CB5ECF-1183-7244-4169-96889D5DC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0C6D2C7-B4C8-3A20-8607-5532ACEB2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0C95F-B463-41C6-A726-0DC9F3DB69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6819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BD5C9C-9617-5ADD-42E1-D971EDAE9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B3963D8-20C1-965B-C6C8-7BCB051385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DEA118F-CB71-0A66-9856-1EC6967458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F3C1FEE-F411-1E4B-8E60-A07313822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D3588-AE91-42C4-B451-4E9B5BEB3FC6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44DD62-EDCD-25BD-401E-D75807DB2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E04C826-5A48-AADD-59DF-B43DC0214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0C95F-B463-41C6-A726-0DC9F3DB69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879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1F84F1-AC64-60D8-DEE9-BA9BB7994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1BCB2A9-0499-88F8-F659-505F3BF3AB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355AEE-1CB7-BD79-26EE-A457F7A28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D3588-AE91-42C4-B451-4E9B5BEB3FC6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FB30DA-046B-A0C0-358B-276DE3F22E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0FC680-D9B7-8D13-05CC-673A0B43E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0C95F-B463-41C6-A726-0DC9F3DB69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6371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229DEF7-D3B7-8DBC-6895-EE3724719C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B2C34B8-48D0-8578-F3D9-C1D536A151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52D45F-A4A6-3EEC-1721-3E0BEB15F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D3588-AE91-42C4-B451-4E9B5BEB3FC6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76D38E-7524-0C55-4EFC-26C9E229C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DC29A2-3E68-7393-AE41-95EAD4257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60C95F-B463-41C6-A726-0DC9F3DB69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1800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9924902-1B2B-1DCF-71CC-129DC6AA9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7C1A849-9F12-4A91-2F56-BDD7283FAB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032BC5-A291-E248-5F83-84999F3D38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CD3588-AE91-42C4-B451-4E9B5BEB3FC6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AA0E32-121A-B178-A33A-1A6FFA60CC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A97E49-5DD6-B4D4-E783-1A949D1A25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60C95F-B463-41C6-A726-0DC9F3DB69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918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>
            <a:extLst>
              <a:ext uri="{FF2B5EF4-FFF2-40B4-BE49-F238E27FC236}">
                <a16:creationId xmlns:a16="http://schemas.microsoft.com/office/drawing/2014/main" id="{DE264C96-1D6C-A73C-12DB-033161D963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684" t="11014" r="10141" b="9685"/>
          <a:stretch>
            <a:fillRect/>
          </a:stretch>
        </p:blipFill>
        <p:spPr>
          <a:xfrm>
            <a:off x="8618218" y="4532823"/>
            <a:ext cx="3053583" cy="2065020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34B2679D-931E-F214-7C83-201647A8D5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071" r="3305" b="3482"/>
          <a:stretch>
            <a:fillRect/>
          </a:stretch>
        </p:blipFill>
        <p:spPr>
          <a:xfrm>
            <a:off x="5279857" y="4533826"/>
            <a:ext cx="3053583" cy="206502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6A37FBAF-22E7-CDE0-D2A5-B8A8808DA768}"/>
              </a:ext>
            </a:extLst>
          </p:cNvPr>
          <p:cNvSpPr txBox="1"/>
          <p:nvPr/>
        </p:nvSpPr>
        <p:spPr>
          <a:xfrm>
            <a:off x="1940216" y="5380667"/>
            <a:ext cx="1188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Exciting</a:t>
            </a:r>
            <a:endParaRPr lang="ko-KR" altLang="en-US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C2F0C7A-1489-A4BB-1557-2148F30383D8}"/>
              </a:ext>
            </a:extLst>
          </p:cNvPr>
          <p:cNvSpPr txBox="1"/>
          <p:nvPr/>
        </p:nvSpPr>
        <p:spPr>
          <a:xfrm>
            <a:off x="1473288" y="4844623"/>
            <a:ext cx="1967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Adrenaline Rush</a:t>
            </a:r>
            <a:endParaRPr lang="ko-KR" altLang="en-US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991E58C5-E865-C129-CF60-2739F349A0B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89" t="6687" b="7660"/>
          <a:stretch>
            <a:fillRect/>
          </a:stretch>
        </p:blipFill>
        <p:spPr>
          <a:xfrm>
            <a:off x="5279856" y="2284139"/>
            <a:ext cx="3053583" cy="206502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78BA92DD-EADD-5C38-1CFF-F900FD8B321C}"/>
              </a:ext>
            </a:extLst>
          </p:cNvPr>
          <p:cNvSpPr txBox="1"/>
          <p:nvPr/>
        </p:nvSpPr>
        <p:spPr>
          <a:xfrm>
            <a:off x="854662" y="5916711"/>
            <a:ext cx="1151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Dynamic</a:t>
            </a:r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0FB21170-A1C8-095F-46C4-EEB961E68A1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056"/>
          <a:stretch>
            <a:fillRect/>
          </a:stretch>
        </p:blipFill>
        <p:spPr>
          <a:xfrm>
            <a:off x="8618217" y="2284139"/>
            <a:ext cx="3053583" cy="2065021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F62A883F-3EF7-7F09-56E2-ACA2FCD1B55C}"/>
              </a:ext>
            </a:extLst>
          </p:cNvPr>
          <p:cNvSpPr txBox="1"/>
          <p:nvPr/>
        </p:nvSpPr>
        <p:spPr>
          <a:xfrm>
            <a:off x="2946285" y="5916711"/>
            <a:ext cx="1143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Vibrancy</a:t>
            </a:r>
            <a:endParaRPr lang="ko-KR" altLang="en-US" dirty="0">
              <a:latin typeface="Noto Sans KR Medium" panose="020B0200000000000000" pitchFamily="50" charset="-127"/>
              <a:ea typeface="Noto Sans KR Medium" panose="020B0200000000000000" pitchFamily="50" charset="-127"/>
            </a:endParaRPr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0F05A94D-AE11-8549-B67F-91F60E99712C}"/>
              </a:ext>
            </a:extLst>
          </p:cNvPr>
          <p:cNvSpPr/>
          <p:nvPr/>
        </p:nvSpPr>
        <p:spPr>
          <a:xfrm>
            <a:off x="5279856" y="650472"/>
            <a:ext cx="859968" cy="859968"/>
          </a:xfrm>
          <a:prstGeom prst="ellipse">
            <a:avLst/>
          </a:prstGeom>
          <a:solidFill>
            <a:srgbClr val="163D52"/>
          </a:solidFill>
          <a:ln>
            <a:solidFill>
              <a:srgbClr val="163D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0B8931A2-3BB2-7071-D6CE-17A1A9B03235}"/>
              </a:ext>
            </a:extLst>
          </p:cNvPr>
          <p:cNvSpPr/>
          <p:nvPr/>
        </p:nvSpPr>
        <p:spPr>
          <a:xfrm>
            <a:off x="7130152" y="650472"/>
            <a:ext cx="859968" cy="859968"/>
          </a:xfrm>
          <a:prstGeom prst="ellipse">
            <a:avLst/>
          </a:prstGeom>
          <a:solidFill>
            <a:srgbClr val="036397"/>
          </a:solidFill>
          <a:ln>
            <a:solidFill>
              <a:srgbClr val="0363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298ED566-4B8D-95F9-941F-EB1AA43380E2}"/>
              </a:ext>
            </a:extLst>
          </p:cNvPr>
          <p:cNvSpPr/>
          <p:nvPr/>
        </p:nvSpPr>
        <p:spPr>
          <a:xfrm>
            <a:off x="8980448" y="663747"/>
            <a:ext cx="859968" cy="859968"/>
          </a:xfrm>
          <a:prstGeom prst="ellipse">
            <a:avLst/>
          </a:prstGeom>
          <a:solidFill>
            <a:srgbClr val="989862"/>
          </a:solidFill>
          <a:ln>
            <a:solidFill>
              <a:srgbClr val="98986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A8744485-CB75-0175-9D56-A61242C7E437}"/>
              </a:ext>
            </a:extLst>
          </p:cNvPr>
          <p:cNvSpPr/>
          <p:nvPr/>
        </p:nvSpPr>
        <p:spPr>
          <a:xfrm>
            <a:off x="10830744" y="650472"/>
            <a:ext cx="859968" cy="859968"/>
          </a:xfrm>
          <a:prstGeom prst="ellipse">
            <a:avLst/>
          </a:prstGeom>
          <a:solidFill>
            <a:srgbClr val="FFE2C5"/>
          </a:solidFill>
          <a:ln>
            <a:solidFill>
              <a:srgbClr val="FFE2C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434F9B3-62F7-6DDA-90C2-DB01C067DAC5}"/>
              </a:ext>
            </a:extLst>
          </p:cNvPr>
          <p:cNvSpPr txBox="1"/>
          <p:nvPr/>
        </p:nvSpPr>
        <p:spPr>
          <a:xfrm>
            <a:off x="1499576" y="1080456"/>
            <a:ext cx="20695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latin typeface="Noto Sans KR Medium" panose="020B0200000000000000" pitchFamily="50" charset="-127"/>
                <a:ea typeface="Noto Sans KR Medium" panose="020B0200000000000000" pitchFamily="50" charset="-127"/>
              </a:rPr>
              <a:t>성지 순례 여행</a:t>
            </a:r>
          </a:p>
        </p:txBody>
      </p:sp>
    </p:spTree>
    <p:extLst>
      <p:ext uri="{BB962C8B-B14F-4D97-AF65-F5344CB8AC3E}">
        <p14:creationId xmlns:p14="http://schemas.microsoft.com/office/powerpoint/2010/main" val="3938417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8</Words>
  <Application>Microsoft Office PowerPoint</Application>
  <PresentationFormat>와이드스크린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Noto Sans KR Medium</vt:lpstr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송정현[컴퓨터시스템공학과]</dc:creator>
  <cp:lastModifiedBy>송정현[컴퓨터시스템공학과]</cp:lastModifiedBy>
  <cp:revision>1</cp:revision>
  <dcterms:created xsi:type="dcterms:W3CDTF">2025-11-25T02:06:03Z</dcterms:created>
  <dcterms:modified xsi:type="dcterms:W3CDTF">2025-11-25T03:32:22Z</dcterms:modified>
</cp:coreProperties>
</file>